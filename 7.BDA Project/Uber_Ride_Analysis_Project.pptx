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402FA4-661E-4C10-84B0-8B7FB4DBAADD}" v="13" dt="2025-09-27T07:34:32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50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kshay-rachakonda/" TargetMode="External"/><Relationship Id="rId2" Type="http://schemas.openxmlformats.org/officeDocument/2006/relationships/hyperlink" Target="mailto:akshayrachakonda5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7200" dirty="0"/>
              <a:t>Uber Ride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772400" cy="2529590"/>
          </a:xfrm>
        </p:spPr>
        <p:txBody>
          <a:bodyPr>
            <a:normAutofit/>
          </a:bodyPr>
          <a:lstStyle/>
          <a:p>
            <a:pPr algn="l"/>
            <a:endParaRPr lang="en-US" sz="2400" dirty="0"/>
          </a:p>
          <a:p>
            <a:pPr algn="l"/>
            <a:r>
              <a:rPr lang="en-US" sz="2400" dirty="0"/>
              <a:t>Dataset : </a:t>
            </a:r>
            <a:r>
              <a:rPr lang="en-US" sz="2400" dirty="0" err="1"/>
              <a:t>Ncr_ride_bookings</a:t>
            </a:r>
            <a:endParaRPr sz="2400" dirty="0"/>
          </a:p>
          <a:p>
            <a:pPr algn="l"/>
            <a:r>
              <a:rPr lang="en-US" sz="2400" dirty="0"/>
              <a:t>Email : </a:t>
            </a:r>
            <a:r>
              <a:rPr lang="en-US" sz="2400" dirty="0">
                <a:hlinkClick r:id="rId2"/>
              </a:rPr>
              <a:t>akshayrachakonda5@gmail</a:t>
            </a:r>
            <a:r>
              <a:rPr lang="en-US" sz="2400" dirty="0">
                <a:hlinkClick r:id="rId2"/>
              </a:rPr>
              <a:t>.</a:t>
            </a:r>
            <a:r>
              <a:rPr lang="en-US" sz="2400" dirty="0">
                <a:hlinkClick r:id="rId2"/>
              </a:rPr>
              <a:t>com</a:t>
            </a:r>
            <a:endParaRPr lang="en-US" sz="2400" dirty="0"/>
          </a:p>
          <a:p>
            <a:pPr algn="l"/>
            <a:r>
              <a:rPr lang="en-US" sz="2400" dirty="0"/>
              <a:t>LinkedIn : </a:t>
            </a:r>
            <a:r>
              <a:rPr lang="en-US" sz="2400" dirty="0">
                <a:hlinkClick r:id="rId3"/>
              </a:rPr>
              <a:t>https://www.linkedin.com/in/akshay-rachakonda/</a:t>
            </a:r>
            <a:endParaRPr lang="en-US" sz="2400" dirty="0"/>
          </a:p>
          <a:p>
            <a:pPr algn="l"/>
            <a:endParaRPr lang="en-US" sz="2400" dirty="0"/>
          </a:p>
          <a:p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Source : https://www.kaggle.com/datasets/yashdevladdha/uber-ride-analytics-dashboard?resource=download</a:t>
            </a:r>
          </a:p>
          <a:p>
            <a:r>
              <a:rPr sz="2200" dirty="0"/>
              <a:t>Analyzed NCR Ride Bookings dataset</a:t>
            </a:r>
            <a:r>
              <a:rPr lang="en-US" sz="2200" dirty="0"/>
              <a:t> </a:t>
            </a:r>
          </a:p>
          <a:p>
            <a:r>
              <a:rPr lang="en-US" sz="2200" dirty="0"/>
              <a:t>Total records : 5000</a:t>
            </a:r>
            <a:endParaRPr sz="2200" dirty="0"/>
          </a:p>
          <a:p>
            <a:r>
              <a:rPr sz="2200" dirty="0"/>
              <a:t>Explored booking status, cancellations, ride trends</a:t>
            </a:r>
          </a:p>
          <a:p>
            <a:r>
              <a:rPr sz="2200" dirty="0"/>
              <a:t>Tools: </a:t>
            </a:r>
            <a:r>
              <a:rPr sz="2200" dirty="0" err="1"/>
              <a:t>PySpark</a:t>
            </a:r>
            <a:r>
              <a:rPr sz="2200" dirty="0"/>
              <a:t>, Pandas, Matplotlib</a:t>
            </a:r>
          </a:p>
          <a:p>
            <a:r>
              <a:rPr sz="2200" dirty="0"/>
              <a:t>Goal: Extract insights on ride booking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/>
              <a:t>Dataset: ncr_ride_bookings_first_5000_null.csv</a:t>
            </a:r>
          </a:p>
          <a:p>
            <a:r>
              <a:rPr sz="2200" dirty="0"/>
              <a:t>Key Columns:</a:t>
            </a:r>
          </a:p>
          <a:p>
            <a:pPr marL="0" indent="0">
              <a:buNone/>
            </a:pPr>
            <a:r>
              <a:rPr sz="2200" dirty="0"/>
              <a:t>   - Date, Time, Booking Status, Customer ID</a:t>
            </a:r>
          </a:p>
          <a:p>
            <a:pPr marL="0" indent="0">
              <a:buNone/>
            </a:pPr>
            <a:r>
              <a:rPr sz="2200" dirty="0"/>
              <a:t>   - Pickup &amp; Drop Locations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   - Payment Method, Ride Distance</a:t>
            </a:r>
          </a:p>
          <a:p>
            <a:pPr marL="0" indent="0">
              <a:buNone/>
            </a:pPr>
            <a:r>
              <a:rPr sz="2200" dirty="0"/>
              <a:t>  </a:t>
            </a:r>
            <a:r>
              <a:rPr lang="en-US" sz="2200" dirty="0"/>
              <a:t> </a:t>
            </a:r>
            <a:r>
              <a:rPr sz="2200" dirty="0"/>
              <a:t>- Driver &amp; Customer Ratings</a:t>
            </a:r>
          </a:p>
          <a:p>
            <a:r>
              <a:rPr sz="2200" dirty="0"/>
              <a:t>Cleaned null values and created datetime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Replaced missing values with 'null'</a:t>
            </a:r>
          </a:p>
          <a:p>
            <a:r>
              <a:rPr sz="2400" dirty="0"/>
              <a:t>Converted Date &amp; Time into datetime format</a:t>
            </a:r>
          </a:p>
          <a:p>
            <a:r>
              <a:rPr sz="2400" dirty="0"/>
              <a:t>Extracted Hour, Day, Month for analysis</a:t>
            </a:r>
          </a:p>
          <a:p>
            <a:r>
              <a:rPr sz="2400" dirty="0"/>
              <a:t>Ensured correct datatypes for numeric 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3448311" cy="892537"/>
          </a:xfrm>
        </p:spPr>
        <p:txBody>
          <a:bodyPr anchor="b">
            <a:normAutofit/>
          </a:bodyPr>
          <a:lstStyle/>
          <a:p>
            <a:r>
              <a:rPr lang="en-IN" sz="2800" dirty="0"/>
              <a:t>Ride Trends by Hour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1910829"/>
            <a:ext cx="6927504" cy="1030937"/>
          </a:xfrm>
        </p:spPr>
        <p:txBody>
          <a:bodyPr anchor="t">
            <a:normAutofit/>
          </a:bodyPr>
          <a:lstStyle/>
          <a:p>
            <a:r>
              <a:rPr lang="en-US" sz="2200" dirty="0"/>
              <a:t>Peak during morning (8–10 AM) and evening (5–8 PM)</a:t>
            </a:r>
          </a:p>
          <a:p>
            <a:r>
              <a:rPr lang="en-US" sz="2200" dirty="0"/>
              <a:t>Suggests office commute demand</a:t>
            </a:r>
          </a:p>
          <a:p>
            <a:endParaRPr lang="en-US" sz="2200" dirty="0"/>
          </a:p>
        </p:txBody>
      </p:sp>
      <p:pic>
        <p:nvPicPr>
          <p:cNvPr id="5" name="Picture 4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763DC230-0B03-5DA8-35A8-3B1615249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869" y="2941766"/>
            <a:ext cx="4776030" cy="317484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20" y="741391"/>
            <a:ext cx="7766952" cy="892537"/>
          </a:xfrm>
        </p:spPr>
        <p:txBody>
          <a:bodyPr anchor="b">
            <a:normAutofit/>
          </a:bodyPr>
          <a:lstStyle/>
          <a:p>
            <a:r>
              <a:rPr lang="en-US" dirty="0"/>
              <a:t>Ride Trends by Day of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8" y="1929076"/>
            <a:ext cx="7766953" cy="129000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• Higher demand on weekdays compared to weekends</a:t>
            </a:r>
          </a:p>
          <a:p>
            <a:pPr marL="0" indent="0">
              <a:buNone/>
            </a:pPr>
            <a:r>
              <a:rPr lang="en-US" sz="2200" dirty="0"/>
              <a:t>• Peak activity Monday–Friday</a:t>
            </a:r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  <p:pic>
        <p:nvPicPr>
          <p:cNvPr id="5" name="Picture 4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039D65BA-7565-6EA8-771F-211B1BE05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788" y="3514229"/>
            <a:ext cx="4354412" cy="2928342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Ride Trends by 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/>
              <a:t>Seasonal variations in demand</a:t>
            </a:r>
          </a:p>
          <a:p>
            <a:r>
              <a:rPr sz="2200" dirty="0"/>
              <a:t>Some months show booking spikes</a:t>
            </a:r>
          </a:p>
          <a:p>
            <a:endParaRPr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2C0483-9DDE-C457-6E60-1F304DA1D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698" y="3017734"/>
            <a:ext cx="4842604" cy="3108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/>
              <a:t>Completed, Cancelled, Incomplete rides</a:t>
            </a:r>
          </a:p>
          <a:p>
            <a:r>
              <a:rPr sz="2200" dirty="0"/>
              <a:t>High cancellations by customers and drivers</a:t>
            </a:r>
          </a:p>
          <a:p>
            <a:pPr marL="0" indent="0">
              <a:buNone/>
            </a:pPr>
            <a:endParaRPr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FF7E5A-CF02-C2D7-77FC-097AD782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67" y="2925528"/>
            <a:ext cx="4293377" cy="3200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Method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/>
              <a:t>Majority prefer digital methods (UPI, Cards)</a:t>
            </a:r>
          </a:p>
          <a:p>
            <a:r>
              <a:rPr sz="2200" dirty="0"/>
              <a:t>Cash still common</a:t>
            </a:r>
          </a:p>
          <a:p>
            <a:endParaRPr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7EC0B-0E3D-CF8A-2038-0E8F032A2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194" y="3001403"/>
            <a:ext cx="4647419" cy="3124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/>
              <a:t>Peak demand during commute hours</a:t>
            </a:r>
          </a:p>
          <a:p>
            <a:r>
              <a:rPr sz="2200" dirty="0"/>
              <a:t>Weekday rides dominate</a:t>
            </a:r>
          </a:p>
          <a:p>
            <a:r>
              <a:rPr sz="2200" dirty="0"/>
              <a:t>Digital payments growing</a:t>
            </a:r>
          </a:p>
          <a:p>
            <a:r>
              <a:rPr sz="2200" dirty="0"/>
              <a:t>Sedan vehicles most popular</a:t>
            </a:r>
          </a:p>
          <a:p>
            <a:r>
              <a:rPr sz="2200" dirty="0"/>
              <a:t>Ratings generally positive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BBF489C-4D46-D842-468F-37FF520573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601026"/>
            <a:ext cx="82295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65–70% of rides were successfully completed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20–25% were cancelled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mostly by customers.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booking hours: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8–10 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5–8 PM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accounting for nearly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40% of daily rides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Weekday rides were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30–35% higher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weekends, showing strong office commute demand.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payments (~60%)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dominated, but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cash (~40%)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still widely used.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and driver ratings were above 4.0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overall service satisfaction.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362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Uber Ride Analysis</vt:lpstr>
      <vt:lpstr>Project Overview</vt:lpstr>
      <vt:lpstr>Dataset Description</vt:lpstr>
      <vt:lpstr>Data Cleaning &amp; Preprocessing</vt:lpstr>
      <vt:lpstr>Ride Trends by Hour</vt:lpstr>
      <vt:lpstr>Ride Trends by Day of Week</vt:lpstr>
      <vt:lpstr>Ride Trends by Month</vt:lpstr>
      <vt:lpstr>Booking Status Distribution</vt:lpstr>
      <vt:lpstr>Payment Method Analysis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Akshy</dc:creator>
  <cp:keywords/>
  <dc:description>generated using python-pptx</dc:description>
  <cp:lastModifiedBy>akshay rachakonda</cp:lastModifiedBy>
  <cp:revision>2</cp:revision>
  <dcterms:created xsi:type="dcterms:W3CDTF">2013-01-27T09:14:16Z</dcterms:created>
  <dcterms:modified xsi:type="dcterms:W3CDTF">2025-09-27T07:43:27Z</dcterms:modified>
  <cp:category/>
</cp:coreProperties>
</file>